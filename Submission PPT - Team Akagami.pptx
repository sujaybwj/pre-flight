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e Bharadwaj" userId="00338f120838badb" providerId="LiveId" clId="{8D7184EF-C427-417D-93D1-D30C410EBDA3}"/>
    <pc:docChg chg="delSld">
      <pc:chgData name="The Bharadwaj" userId="00338f120838badb" providerId="LiveId" clId="{8D7184EF-C427-417D-93D1-D30C410EBDA3}" dt="2026-09-16T10:22:37.899" v="0" actId="47"/>
      <pc:docMkLst>
        <pc:docMk/>
      </pc:docMkLst>
      <pc:sldChg chg="del">
        <pc:chgData name="The Bharadwaj" userId="00338f120838badb" providerId="LiveId" clId="{8D7184EF-C427-417D-93D1-D30C410EBDA3}" dt="2026-09-16T10:22:37.899" v="0" actId="47"/>
        <pc:sldMkLst>
          <pc:docMk/>
          <pc:sldMk cId="1934713099" sldId="265"/>
        </pc:sldMkLst>
      </pc:sldChg>
      <pc:sldChg chg="del">
        <pc:chgData name="The Bharadwaj" userId="00338f120838badb" providerId="LiveId" clId="{8D7184EF-C427-417D-93D1-D30C410EBDA3}" dt="2026-09-16T10:22:37.899" v="0" actId="47"/>
        <pc:sldMkLst>
          <pc:docMk/>
          <pc:sldMk cId="1062914008" sldId="266"/>
        </pc:sldMkLst>
      </pc:sldChg>
      <pc:sldChg chg="del">
        <pc:chgData name="The Bharadwaj" userId="00338f120838badb" providerId="LiveId" clId="{8D7184EF-C427-417D-93D1-D30C410EBDA3}" dt="2026-09-16T10:22:37.899" v="0" actId="47"/>
        <pc:sldMkLst>
          <pc:docMk/>
          <pc:sldMk cId="777589785" sldId="267"/>
        </pc:sldMkLst>
      </pc:sldChg>
      <pc:sldChg chg="del">
        <pc:chgData name="The Bharadwaj" userId="00338f120838badb" providerId="LiveId" clId="{8D7184EF-C427-417D-93D1-D30C410EBDA3}" dt="2026-09-16T10:22:37.899" v="0" actId="47"/>
        <pc:sldMkLst>
          <pc:docMk/>
          <pc:sldMk cId="996620679" sldId="26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AB4AA-A9DA-009D-C689-D6A05B6204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5DC187-CF58-D400-6CFA-724EDCBC64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10C688-600B-F8D0-02FB-899C24DFC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17524-8BD6-4E0F-81D0-2D09AFE4F020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172C77-0D18-D1AF-57CE-8AB87543A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B5FB4-7171-7087-D4A8-B78592D4C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DD59C-C1A6-4413-B57B-6F9580A179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427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61BB4-3DC8-6411-82C7-1BB77A106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DADA54-43CE-18A8-378B-A0D6721993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6CC175-850E-DFD0-3F98-92DB1E7D6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17524-8BD6-4E0F-81D0-2D09AFE4F020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F5A4F3-569E-1990-4C25-6511BD14E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7C012E-A715-D1BE-794C-488F97210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DD59C-C1A6-4413-B57B-6F9580A179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8207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A55B6-A6DE-55A4-8C93-F4E4E803B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1D2CB1-979F-5F57-7B4D-D3D4C712CF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1AEFE-2288-027A-B511-7434BAC32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17524-8BD6-4E0F-81D0-2D09AFE4F020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66B3C9-FC40-9589-920A-85931D344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CB12B-0340-0822-53A3-C44735910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DD59C-C1A6-4413-B57B-6F9580A179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62084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0D812-B911-169E-F7D6-AE0D0ED13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AE7FDC-83AB-0D5E-A0ED-1720D35E19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E6785D-5803-842B-02D6-B30904DA61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641BD5-2686-0880-58BC-7AE39A1D1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17524-8BD6-4E0F-81D0-2D09AFE4F020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B86910-1C8C-5383-2BC7-B88DB3250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FF7C19-8918-C5B3-86A6-A388D37B7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DD59C-C1A6-4413-B57B-6F9580A179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07238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59DE3-C28D-EEAA-DB42-4D553CD34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9C6DF0-128B-2B87-9902-06D83FD71B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74A6BF-9660-B76C-CC73-1E343BDB69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2B60E1-7B0A-578A-AEEC-9F6F7182A1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BFA9B0-460D-9A8A-86B8-9208543C10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6A34019-CA3A-845A-F73E-D357FD4DE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17524-8BD6-4E0F-81D0-2D09AFE4F020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F18FAD-9888-725F-C256-8626F81F3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48CFB8-3392-16C7-1A00-9F5742B33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DD59C-C1A6-4413-B57B-6F9580A179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39366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A5689-8234-FF54-6F91-2F05B81B1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890956-2DAF-ED94-9569-7E17B8DAB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17524-8BD6-4E0F-81D0-2D09AFE4F020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DFFD44-F1B0-E4FF-E1A6-C558DADBD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42BE6F-A3D2-C036-756C-57E5B0621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DD59C-C1A6-4413-B57B-6F9580A179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05863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59ED5E-FBF7-5E14-65D9-220F22F09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17524-8BD6-4E0F-81D0-2D09AFE4F020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3F60E1-9955-48A9-9A5D-A2F52EF5B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BDCB18-467B-F5A7-6068-4ACBD576F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DD59C-C1A6-4413-B57B-6F9580A179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9930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38706-7ACF-38C7-8735-2AC25EC76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7C636-54E5-9791-81F9-CBC790FA49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6CC3C6-54FB-3591-E836-2699653B4A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FCE3FA-0913-ECC6-7FAE-255D709F6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17524-8BD6-4E0F-81D0-2D09AFE4F020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303075-2043-0F9F-FD3F-1C1F43531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EAEED4-BCAB-CE23-3BEC-F8DC66A84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DD59C-C1A6-4413-B57B-6F9580A179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1772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B1934-B6CE-95EE-F8BC-8B7F57699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855AA4-830A-1CC2-FABB-FD7D9F3E86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4DAC7D-B5AB-41FA-5946-F2868C7774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B86E6C-F2A8-1693-1BD9-120178731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17524-8BD6-4E0F-81D0-2D09AFE4F020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D0311F-40BA-D1A0-B73A-CC7DB19FF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E38994-29B1-7F13-9E65-1DFC8E717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DD59C-C1A6-4413-B57B-6F9580A179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34368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2FA8E-D59F-4FFE-B433-1294FE510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69EC1A-BB8E-0625-458D-F196BD712B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ECFE1A-20E8-5D4F-8361-2F83A7E70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17524-8BD6-4E0F-81D0-2D09AFE4F020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A71EBF-EB88-7606-EDB9-8E9147B18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FA1D3C-B9A2-1877-21C8-B4AB79949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DD59C-C1A6-4413-B57B-6F9580A179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67668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86594F3-9448-59D6-6E7B-6EC5FF4448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2FBA86-4C1A-217B-3E9D-622F46B30F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90859-D701-6047-6842-895309AB2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17524-8BD6-4E0F-81D0-2D09AFE4F020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606E08-65F7-BA55-5DA5-20A0DD729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50E69C-1360-77A8-E8DE-82D578D1F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DD59C-C1A6-4413-B57B-6F9580A179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4230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75D825-F983-6DBB-D1F7-FEBCFAB0A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E90717-1D65-5007-0E8F-963AA75302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533AE9-8FFD-F29D-C23D-3A1272600E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817524-8BD6-4E0F-81D0-2D09AFE4F020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726AA0-0962-39F6-4DD0-09B6275945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AFE925-A836-5C9B-35B8-2685D5E179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3DD59C-C1A6-4413-B57B-6F9580A179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977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CF8FD5B-2AB3-D166-D79A-AEFE7DB955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362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C6576-7D8D-FA89-ECD0-CA6B4E31F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03DE71E9-E7B3-80A2-8C2C-55E8C1801F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5134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4205B-FDE4-B3BB-1972-EBAFD630F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2CFF42-A6DD-6DAF-FEFE-7BD3B4DEF0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6494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5BA5B-2BE9-3F88-25D2-C883B0961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E336B2-FEEE-7DC1-3A0D-672E0AB7C3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4356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022AD-F2AB-377C-F3E0-710B97E04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0B3CF6-F493-0A16-E36E-A5CAB6EBC0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8155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0A950-CFB3-4DD0-01FC-4D5BD22D4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37C8D03-575A-9E18-C9CC-58142D22A6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3599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CA95D3-BE65-4823-06F1-69E0F0718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6995940-17D1-359D-651F-7696A6B442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9390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AEEB81-1733-AB8D-52AC-723B67C9D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BA84578-4F9B-CAA4-BB2B-3B17E5C1CE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5139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613C3-E4D2-6B03-B376-DB9A761D9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BECAE19-AF81-285F-0F99-B5F643930F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6146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The Bharadwaj</dc:creator>
  <cp:lastModifiedBy>The Bharadwaj</cp:lastModifiedBy>
  <cp:revision>1</cp:revision>
  <dcterms:created xsi:type="dcterms:W3CDTF">2026-09-16T03:13:27Z</dcterms:created>
  <dcterms:modified xsi:type="dcterms:W3CDTF">2026-09-16T10:22:40Z</dcterms:modified>
</cp:coreProperties>
</file>